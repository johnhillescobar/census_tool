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A3"/>
    <a:srgbClr val="FF8181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9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6483-AED8-D43A-BE5B-0806EB204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896A9-8269-4D48-134C-99F4DF4D2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6FEB4-460B-ECE4-4484-AE5AA418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42BF-A683-5C78-EF64-2F6AA1DE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D6767-8A93-4A00-5575-C9C7379A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13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7DEF-9E46-1105-FBA8-4EAA4AD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E060E-06DA-E2BA-8152-3ACE2E1D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AC79-D29B-A0F9-2F98-366087B8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7DCF-99EA-14E8-3EBF-0D5A8718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91574-A3CB-7210-56DB-32B66069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7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5A43-8B09-9B9A-EB02-661D8EB2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51173-A090-093A-3FAE-8FBFA44B6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0F8A5-A2B9-B708-D396-9E7F0098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5A397-160C-BF0A-7653-C4370A9E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686FD-C8BE-E0B3-C2E2-BB498D80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9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A6F2-5578-04CC-7A1D-ABCCD8CB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B5CA4-B305-5F2A-251D-CF2FF78A8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7D145-D337-CAA4-59E9-3DE0EC919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538CF-DFA3-FA19-A248-62C1CDD7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51282-89FC-871F-1584-39B3C4D3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129FF-44AA-F31A-CE51-D32D3A57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1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2B5C-D205-6430-6591-60F81247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576CD-7E11-B5B2-7233-87E7DD726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9CD65-89D8-6366-7DCC-91BEC7D4B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EED81-293C-D405-C54C-26FC3F6AC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999D9-6124-F034-B311-51657EB3A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0B270-F9A8-AEAF-9028-FAE38DA1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90ADD-DAA3-71D0-5739-61B8CDB8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0C4FC-A758-FFCE-ACB3-FD4E8482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9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42CD-E951-68F2-67DD-938181A3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1187C-2F44-DD05-3031-B482484B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953F0-9920-251E-A89E-39B34C90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93240-478A-129C-0CEE-E6F4A0A8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9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3FF72-BC28-E266-CB1F-2B8E982C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42720-E724-AFB0-C801-0FE92254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CF048-1E5F-FB29-5241-20943B9A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6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1F60-2359-34DA-D6EC-20FE37D2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6B65-89DF-98FB-DCF9-6CC3BD670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9B36E-C426-FE8A-162F-4C059D07F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162E0-8093-98EE-C977-6F081D37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21B50-B9C7-AB55-1499-8FDD8C04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A0D92-7F98-ADD2-D150-B96A3B62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2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7215-CD0D-8D8A-020F-E1DB434C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64844-E0B5-96F9-DCCB-F4B183D3C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14D3D-ECEB-0E10-9BEC-6F976B051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A83A4-D761-D306-2851-BA1E1DFB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065AD-A0B7-5D12-A600-655A1BB1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31CBE-1BF6-F5C1-B0BC-960533FD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4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7A10-9407-52DB-7F6A-3B86FF4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E0A2B-5976-DCBE-F0D2-AD666E4F6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02DB6-DDCC-48AB-65A9-4A658603F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A6CA3-9720-654E-4A0A-A3A5922F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867BB-92E2-9361-B1DE-10E3DDF3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0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F3FC4-3026-23DD-2C28-42FF58F5D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79CE3-9C86-835F-E603-162F0CFEC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5C180-9A38-049F-C756-39B75F4F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7E305-8B7B-5B15-2A9B-2B7229BB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1128-C63B-1643-F37A-92FDED9E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3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A1B2A-1435-C3DF-6D4A-16CB855A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E3231-E082-2ED9-C766-1FC072CAC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63913-F277-3CA1-A418-08E58BB8C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8BA39-E445-4B12-8611-1548C9DFF4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F6E1-6024-DBB2-741B-A1F04CD0C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15D0-5C2E-2483-1CAA-FA01E4255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368C4-AC1E-4BB4-AEA8-A40EEB0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2BD0-CC9E-EDE4-2068-91CE93B24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5242C-01EE-0701-2972-66AE77244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4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EA9833E-4F57-B5F0-39EC-B5DBEAD389E2}"/>
              </a:ext>
            </a:extLst>
          </p:cNvPr>
          <p:cNvGrpSpPr/>
          <p:nvPr/>
        </p:nvGrpSpPr>
        <p:grpSpPr>
          <a:xfrm>
            <a:off x="3841489" y="1156715"/>
            <a:ext cx="4877848" cy="2871986"/>
            <a:chOff x="3841489" y="1156715"/>
            <a:chExt cx="4877848" cy="287198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B7343BD-DABC-1A93-12B1-F6992EC82437}"/>
                </a:ext>
              </a:extLst>
            </p:cNvPr>
            <p:cNvSpPr/>
            <p:nvPr/>
          </p:nvSpPr>
          <p:spPr>
            <a:xfrm>
              <a:off x="3841489" y="1156715"/>
              <a:ext cx="4877848" cy="2871986"/>
            </a:xfrm>
            <a:custGeom>
              <a:avLst/>
              <a:gdLst>
                <a:gd name="connsiteX0" fmla="*/ 2254510 w 4877848"/>
                <a:gd name="connsiteY0" fmla="*/ 0 h 2871986"/>
                <a:gd name="connsiteX1" fmla="*/ 4513376 w 4877848"/>
                <a:gd name="connsiteY1" fmla="*/ 2039956 h 2871986"/>
                <a:gd name="connsiteX2" fmla="*/ 4521600 w 4877848"/>
                <a:gd name="connsiteY2" fmla="*/ 2202933 h 2871986"/>
                <a:gd name="connsiteX3" fmla="*/ 4877848 w 4877848"/>
                <a:gd name="connsiteY3" fmla="*/ 2202933 h 2871986"/>
                <a:gd name="connsiteX4" fmla="*/ 4054107 w 4877848"/>
                <a:gd name="connsiteY4" fmla="*/ 2871986 h 2871986"/>
                <a:gd name="connsiteX5" fmla="*/ 3230367 w 4877848"/>
                <a:gd name="connsiteY5" fmla="*/ 2202933 h 2871986"/>
                <a:gd name="connsiteX6" fmla="*/ 3697468 w 4877848"/>
                <a:gd name="connsiteY6" fmla="*/ 2202933 h 2871986"/>
                <a:gd name="connsiteX7" fmla="*/ 3693498 w 4877848"/>
                <a:gd name="connsiteY7" fmla="*/ 2124219 h 2871986"/>
                <a:gd name="connsiteX8" fmla="*/ 2254510 w 4877848"/>
                <a:gd name="connsiteY8" fmla="*/ 824133 h 2871986"/>
                <a:gd name="connsiteX9" fmla="*/ 867903 w 4877848"/>
                <a:gd name="connsiteY9" fmla="*/ 1858698 h 2871986"/>
                <a:gd name="connsiteX10" fmla="*/ 855874 w 4877848"/>
                <a:gd name="connsiteY10" fmla="*/ 1919674 h 2871986"/>
                <a:gd name="connsiteX11" fmla="*/ 484025 w 4877848"/>
                <a:gd name="connsiteY11" fmla="*/ 1617653 h 2871986"/>
                <a:gd name="connsiteX12" fmla="*/ 0 w 4877848"/>
                <a:gd name="connsiteY12" fmla="*/ 2010785 h 2871986"/>
                <a:gd name="connsiteX13" fmla="*/ 27258 w 4877848"/>
                <a:gd name="connsiteY13" fmla="*/ 1828222 h 2871986"/>
                <a:gd name="connsiteX14" fmla="*/ 2254510 w 4877848"/>
                <a:gd name="connsiteY14" fmla="*/ 0 h 287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77848" h="2871986">
                  <a:moveTo>
                    <a:pt x="2254510" y="0"/>
                  </a:moveTo>
                  <a:cubicBezTo>
                    <a:pt x="3430146" y="0"/>
                    <a:pt x="4397100" y="894143"/>
                    <a:pt x="4513376" y="2039956"/>
                  </a:cubicBezTo>
                  <a:lnTo>
                    <a:pt x="4521600" y="2202933"/>
                  </a:lnTo>
                  <a:lnTo>
                    <a:pt x="4877848" y="2202933"/>
                  </a:lnTo>
                  <a:lnTo>
                    <a:pt x="4054107" y="2871986"/>
                  </a:lnTo>
                  <a:lnTo>
                    <a:pt x="3230367" y="2202933"/>
                  </a:lnTo>
                  <a:lnTo>
                    <a:pt x="3697468" y="2202933"/>
                  </a:lnTo>
                  <a:lnTo>
                    <a:pt x="3693498" y="2124219"/>
                  </a:lnTo>
                  <a:cubicBezTo>
                    <a:pt x="3619425" y="1393980"/>
                    <a:pt x="3003438" y="824133"/>
                    <a:pt x="2254510" y="824133"/>
                  </a:cubicBezTo>
                  <a:cubicBezTo>
                    <a:pt x="1599199" y="824133"/>
                    <a:pt x="1045669" y="1260422"/>
                    <a:pt x="867903" y="1858698"/>
                  </a:cubicBezTo>
                  <a:lnTo>
                    <a:pt x="855874" y="1919674"/>
                  </a:lnTo>
                  <a:lnTo>
                    <a:pt x="484025" y="1617653"/>
                  </a:lnTo>
                  <a:lnTo>
                    <a:pt x="0" y="2010785"/>
                  </a:lnTo>
                  <a:lnTo>
                    <a:pt x="27258" y="1828222"/>
                  </a:lnTo>
                  <a:cubicBezTo>
                    <a:pt x="233605" y="785868"/>
                    <a:pt x="1152352" y="0"/>
                    <a:pt x="225451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002060"/>
                </a:gs>
                <a:gs pos="83000">
                  <a:srgbClr val="002060"/>
                </a:gs>
                <a:gs pos="100000">
                  <a:srgbClr val="00206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6BB992-5AEC-9437-24E1-CE140C8A1053}"/>
                </a:ext>
              </a:extLst>
            </p:cNvPr>
            <p:cNvSpPr txBox="1"/>
            <p:nvPr/>
          </p:nvSpPr>
          <p:spPr>
            <a:xfrm rot="339090">
              <a:off x="4864935" y="1782801"/>
              <a:ext cx="3015890" cy="980944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Development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C0DD480-48D6-45F9-AF82-F9102A0B4672}"/>
              </a:ext>
            </a:extLst>
          </p:cNvPr>
          <p:cNvGrpSpPr/>
          <p:nvPr/>
        </p:nvGrpSpPr>
        <p:grpSpPr>
          <a:xfrm>
            <a:off x="3524031" y="2906757"/>
            <a:ext cx="4857379" cy="2921404"/>
            <a:chOff x="3524031" y="2906757"/>
            <a:chExt cx="4857379" cy="292140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7F7B06F-3505-B970-EB08-6E14039A5775}"/>
                </a:ext>
              </a:extLst>
            </p:cNvPr>
            <p:cNvSpPr/>
            <p:nvPr/>
          </p:nvSpPr>
          <p:spPr>
            <a:xfrm>
              <a:off x="3524031" y="2906757"/>
              <a:ext cx="4857379" cy="2921404"/>
            </a:xfrm>
            <a:custGeom>
              <a:avLst/>
              <a:gdLst>
                <a:gd name="connsiteX0" fmla="*/ 823741 w 4857379"/>
                <a:gd name="connsiteY0" fmla="*/ 0 h 2921404"/>
                <a:gd name="connsiteX1" fmla="*/ 1647481 w 4857379"/>
                <a:gd name="connsiteY1" fmla="*/ 669053 h 2921404"/>
                <a:gd name="connsiteX2" fmla="*/ 1152602 w 4857379"/>
                <a:gd name="connsiteY2" fmla="*/ 669053 h 2921404"/>
                <a:gd name="connsiteX3" fmla="*/ 1159064 w 4857379"/>
                <a:gd name="connsiteY3" fmla="*/ 797185 h 2921404"/>
                <a:gd name="connsiteX4" fmla="*/ 2598052 w 4857379"/>
                <a:gd name="connsiteY4" fmla="*/ 2097271 h 2921404"/>
                <a:gd name="connsiteX5" fmla="*/ 3984659 w 4857379"/>
                <a:gd name="connsiteY5" fmla="*/ 1062707 h 2921404"/>
                <a:gd name="connsiteX6" fmla="*/ 4010103 w 4857379"/>
                <a:gd name="connsiteY6" fmla="*/ 933731 h 2921404"/>
                <a:gd name="connsiteX7" fmla="*/ 4395939 w 4857379"/>
                <a:gd name="connsiteY7" fmla="*/ 1247112 h 2921404"/>
                <a:gd name="connsiteX8" fmla="*/ 4857379 w 4857379"/>
                <a:gd name="connsiteY8" fmla="*/ 872325 h 2921404"/>
                <a:gd name="connsiteX9" fmla="*/ 4856918 w 4857379"/>
                <a:gd name="connsiteY9" fmla="*/ 881448 h 2921404"/>
                <a:gd name="connsiteX10" fmla="*/ 2598052 w 4857379"/>
                <a:gd name="connsiteY10" fmla="*/ 2921404 h 2921404"/>
                <a:gd name="connsiteX11" fmla="*/ 339186 w 4857379"/>
                <a:gd name="connsiteY11" fmla="*/ 881448 h 2921404"/>
                <a:gd name="connsiteX12" fmla="*/ 328469 w 4857379"/>
                <a:gd name="connsiteY12" fmla="*/ 669053 h 2921404"/>
                <a:gd name="connsiteX13" fmla="*/ 0 w 4857379"/>
                <a:gd name="connsiteY13" fmla="*/ 669053 h 2921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857379" h="2921404">
                  <a:moveTo>
                    <a:pt x="823741" y="0"/>
                  </a:moveTo>
                  <a:lnTo>
                    <a:pt x="1647481" y="669053"/>
                  </a:lnTo>
                  <a:lnTo>
                    <a:pt x="1152602" y="669053"/>
                  </a:lnTo>
                  <a:lnTo>
                    <a:pt x="1159064" y="797185"/>
                  </a:lnTo>
                  <a:cubicBezTo>
                    <a:pt x="1233137" y="1527424"/>
                    <a:pt x="1849125" y="2097271"/>
                    <a:pt x="2598052" y="2097271"/>
                  </a:cubicBezTo>
                  <a:cubicBezTo>
                    <a:pt x="3253364" y="2097271"/>
                    <a:pt x="3806893" y="1660982"/>
                    <a:pt x="3984659" y="1062707"/>
                  </a:cubicBezTo>
                  <a:lnTo>
                    <a:pt x="4010103" y="933731"/>
                  </a:lnTo>
                  <a:lnTo>
                    <a:pt x="4395939" y="1247112"/>
                  </a:lnTo>
                  <a:lnTo>
                    <a:pt x="4857379" y="872325"/>
                  </a:lnTo>
                  <a:lnTo>
                    <a:pt x="4856918" y="881448"/>
                  </a:lnTo>
                  <a:cubicBezTo>
                    <a:pt x="4740642" y="2027261"/>
                    <a:pt x="3773688" y="2921404"/>
                    <a:pt x="2598052" y="2921404"/>
                  </a:cubicBezTo>
                  <a:cubicBezTo>
                    <a:pt x="1422416" y="2921404"/>
                    <a:pt x="455463" y="2027261"/>
                    <a:pt x="339186" y="881448"/>
                  </a:cubicBezTo>
                  <a:lnTo>
                    <a:pt x="328469" y="669053"/>
                  </a:lnTo>
                  <a:lnTo>
                    <a:pt x="0" y="669053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45000">
                  <a:srgbClr val="FF5757"/>
                </a:gs>
                <a:gs pos="72000">
                  <a:srgbClr val="FFA3A3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475C61-88B9-E052-58C9-855B3D450B8F}"/>
                </a:ext>
              </a:extLst>
            </p:cNvPr>
            <p:cNvSpPr txBox="1"/>
            <p:nvPr/>
          </p:nvSpPr>
          <p:spPr>
            <a:xfrm rot="11907403">
              <a:off x="3863549" y="4227988"/>
              <a:ext cx="3015890" cy="863828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1495118"/>
                </a:avLst>
              </a:prstTxWarp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Testing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296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61E2E62-24CF-0E85-9E09-82DB665F7AEB}"/>
              </a:ext>
            </a:extLst>
          </p:cNvPr>
          <p:cNvGrpSpPr/>
          <p:nvPr/>
        </p:nvGrpSpPr>
        <p:grpSpPr>
          <a:xfrm>
            <a:off x="888413" y="2113824"/>
            <a:ext cx="10197403" cy="2630352"/>
            <a:chOff x="888413" y="2113824"/>
            <a:chExt cx="10197403" cy="263035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5FD7F7A-668C-B237-CA0A-30F6A8534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4282" y="2113824"/>
              <a:ext cx="2925665" cy="2630352"/>
            </a:xfrm>
            <a:prstGeom prst="rect">
              <a:avLst/>
            </a:prstGeom>
          </p:spPr>
        </p:pic>
        <p:sp>
          <p:nvSpPr>
            <p:cNvPr id="5" name="Arrow: Notched Right 4">
              <a:extLst>
                <a:ext uri="{FF2B5EF4-FFF2-40B4-BE49-F238E27FC236}">
                  <a16:creationId xmlns:a16="http://schemas.microsoft.com/office/drawing/2014/main" id="{4FBC00F3-0EED-802A-3B23-4B369DA48DF8}"/>
                </a:ext>
              </a:extLst>
            </p:cNvPr>
            <p:cNvSpPr/>
            <p:nvPr/>
          </p:nvSpPr>
          <p:spPr>
            <a:xfrm>
              <a:off x="7572053" y="2673849"/>
              <a:ext cx="3513763" cy="1510301"/>
            </a:xfrm>
            <a:prstGeom prst="notched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2060"/>
                </a:gs>
                <a:gs pos="83000">
                  <a:srgbClr val="002060"/>
                </a:gs>
                <a:gs pos="100000">
                  <a:srgbClr val="002060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Deployment</a:t>
              </a:r>
            </a:p>
          </p:txBody>
        </p:sp>
        <p:sp>
          <p:nvSpPr>
            <p:cNvPr id="6" name="Arrow: Notched Right 5">
              <a:extLst>
                <a:ext uri="{FF2B5EF4-FFF2-40B4-BE49-F238E27FC236}">
                  <a16:creationId xmlns:a16="http://schemas.microsoft.com/office/drawing/2014/main" id="{22A29BF5-DFD7-FAA4-9EE9-4D872544CAEF}"/>
                </a:ext>
              </a:extLst>
            </p:cNvPr>
            <p:cNvSpPr/>
            <p:nvPr/>
          </p:nvSpPr>
          <p:spPr>
            <a:xfrm>
              <a:off x="888413" y="2673848"/>
              <a:ext cx="3513763" cy="1510301"/>
            </a:xfrm>
            <a:prstGeom prst="notched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chemeClr val="bg1">
                    <a:lumMod val="50000"/>
                  </a:schemeClr>
                </a:gs>
                <a:gs pos="83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Requirements/Design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55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4A96D9-D0F0-AB85-7DF6-44143938B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54" y="2115198"/>
            <a:ext cx="10199492" cy="26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Hill Escobar Olmos</dc:creator>
  <cp:lastModifiedBy>John Hill Escobar Olmos</cp:lastModifiedBy>
  <cp:revision>2</cp:revision>
  <dcterms:created xsi:type="dcterms:W3CDTF">2025-11-02T21:14:38Z</dcterms:created>
  <dcterms:modified xsi:type="dcterms:W3CDTF">2025-11-03T00:31:04Z</dcterms:modified>
</cp:coreProperties>
</file>